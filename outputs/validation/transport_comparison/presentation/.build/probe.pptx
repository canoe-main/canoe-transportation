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1c6af6924942c7" /><Relationship Type="http://schemas.openxmlformats.org/officeDocument/2006/relationships/extended-properties" Target="/docProps/app.xml" Id="Rdbc1000dba5d4e2f" /><Relationship Type="http://schemas.openxmlformats.org/officeDocument/2006/relationships/officeDocument" Target="/ppt/presentation.xml" Id="R0e854a9bbbb441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a9bc1425ca406c"/>
  </p:sldMasterIdLst>
  <p:notesMasterIdLst>
    <p:notesMasterId xmlns:r="http://schemas.openxmlformats.org/officeDocument/2006/relationships" r:id="R793694fa51eb4ce7"/>
  </p:notesMasterIdLst>
  <p:sldIdLst>
    <p:sldId xmlns:r="http://schemas.openxmlformats.org/officeDocument/2006/relationships" id="256" r:id="R00ed25d1f54b4c2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c4faeb07e640b9" /><Relationship Type="http://schemas.openxmlformats.org/officeDocument/2006/relationships/slideMaster" Target="/ppt/slideMasters/slideMaster1.xml" Id="R52a9bc1425ca406c" /><Relationship Type="http://schemas.openxmlformats.org/officeDocument/2006/relationships/notesMaster" Target="/ppt/notesMasters/notesMaster1.xml" Id="R793694fa51eb4ce7" /><Relationship Type="http://schemas.openxmlformats.org/officeDocument/2006/relationships/presProps" Target="/ppt/presProps.xml" Id="R9e65f0fb4ed248be" /><Relationship Type="http://schemas.openxmlformats.org/officeDocument/2006/relationships/tableStyles" Target="/ppt/tableStyles.xml" Id="Ra6ab9854f38b4580" /><Relationship Type="http://schemas.openxmlformats.org/officeDocument/2006/relationships/slide" Target="/ppt/slides/slide1.xml" Id="R00ed25d1f54b4c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cb9e2a993345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258070cd0946d2" /><Relationship Type="http://schemas.openxmlformats.org/officeDocument/2006/relationships/notesMaster" Target="/ppt/notesMasters/notesMaster1.xml" Id="Ra915d783b88d4c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Probe. Local artifacts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88ac0256664a0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573a14a86041c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34f77d320d41c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3f3103a7eb4b3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d6f9abe11145c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516924b5d847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5517F5-7A0A-4252-B34F-26954FFC91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96AE06C-CAB4-4903-86D6-C03FCB7822E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7532B46-AE17-42D9-807F-8B9A1EC11D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79A1C8-9486-4ABF-B3C6-F07334584D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6575EFC-B9A6-4AE5-A3EB-6111AE4F19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0D7E325-DB77-488D-9F3A-75F54CAE0A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15850D6-40A3-4245-9931-8BF6AEDB64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BC09ACA-F790-4B9A-8085-AF802C148AB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9EEE70-265C-4394-A3DB-9A5512069F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62D99C0-6D64-4778-B6A9-D0BFD7539A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0a61a64b904413" /><Relationship Type="http://schemas.openxmlformats.org/officeDocument/2006/relationships/slideLayout" Target="/ppt/slideLayouts/slideLayout1.xml" Id="R74c41ca8e94f4431" /><Relationship Type="http://schemas.openxmlformats.org/officeDocument/2006/relationships/slideLayout" Target="/ppt/slideLayouts/slideLayout2.xml" Id="Rcd8c6d1a2b454558" /><Relationship Type="http://schemas.openxmlformats.org/officeDocument/2006/relationships/slideLayout" Target="/ppt/slideLayouts/slideLayout3.xml" Id="R898eaaac9ac04a30" /><Relationship Type="http://schemas.openxmlformats.org/officeDocument/2006/relationships/slideLayout" Target="/ppt/slideLayouts/slideLayout4.xml" Id="Rf5161b12bab44bf3" /><Relationship Type="http://schemas.openxmlformats.org/officeDocument/2006/relationships/slideLayout" Target="/ppt/slideLayouts/slideLayout5.xml" Id="R5bd254f458184587" /><Relationship Type="http://schemas.openxmlformats.org/officeDocument/2006/relationships/slideLayout" Target="/ppt/slideLayouts/slideLayout6.xml" Id="R28e6cefb7d9344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c41ca8e94f4431"/>
    <p:sldLayoutId xmlns:r="http://schemas.openxmlformats.org/officeDocument/2006/relationships" id="2147483650" r:id="Rcd8c6d1a2b454558"/>
    <p:sldLayoutId xmlns:r="http://schemas.openxmlformats.org/officeDocument/2006/relationships" id="2147483651" r:id="R898eaaac9ac04a30"/>
    <p:sldLayoutId xmlns:r="http://schemas.openxmlformats.org/officeDocument/2006/relationships" id="2147483652" r:id="Rf5161b12bab44bf3"/>
    <p:sldLayoutId xmlns:r="http://schemas.openxmlformats.org/officeDocument/2006/relationships" id="2147483653" r:id="R5bd254f458184587"/>
    <p:sldLayoutId xmlns:r="http://schemas.openxmlformats.org/officeDocument/2006/relationships" id="2147483654" r:id="R28e6cefb7d9344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bc07bf02d64e17" /><Relationship Type="http://schemas.openxmlformats.org/officeDocument/2006/relationships/chart" Target="/ppt/slides/charts/chart1.xml" Id="R5e3b9bb08d57418a" /><Relationship Type="http://schemas.openxmlformats.org/officeDocument/2006/relationships/notesSlide" Target="/ppt/notesSlides/notesSlide1.xml" Id="R80a0904aa37f4f9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Legacy</c:v>
          </c:tx>
          <c:spPr>
            <a:solidFill xmlns:a="http://schemas.openxmlformats.org/drawingml/2006/main">
              <a:srgbClr val="949E99"/>
            </a:solidFill>
          </c:spPr>
          <c:invertIfNegative val="0"/>
          <c:cat>
            <c:strLit>
              <c:ptCount val="2"/>
              <c:pt idx="0">
                <c:v>LDV chargers</c:v>
              </c:pt>
              <c:pt idx="1">
                <c:v>MHDV chargers</c:v>
              </c:pt>
            </c:strLit>
          </c:cat>
          <c:val>
            <c:numLit>
              <c:formatCode>General</c:formatCode>
              <c:ptCount val="2"/>
              <c:pt idx="0">
                <c:v>100</c:v>
              </c:pt>
              <c:pt idx="1">
                <c:v>100</c:v>
              </c:pt>
            </c:numLit>
          </c:val>
        </c:ser>
        <c:ser>
          <c:idx val="1"/>
          <c:order val="1"/>
          <c:tx>
            <c:v>New backend</c:v>
          </c:tx>
          <c:spPr>
            <a:solidFill xmlns:a="http://schemas.openxmlformats.org/drawingml/2006/main">
              <a:srgbClr val="1C735C"/>
            </a:solidFill>
          </c:spPr>
          <c:invertIfNegative val="0"/>
          <c:cat>
            <c:strLit>
              <c:ptCount val="2"/>
              <c:pt idx="0">
                <c:v>LDV chargers</c:v>
              </c:pt>
              <c:pt idx="1">
                <c:v>MHDV chargers</c:v>
              </c:pt>
            </c:strLit>
          </c:cat>
          <c:val>
            <c:numLit>
              <c:formatCode>General</c:formatCode>
              <c:ptCount val="2"/>
              <c:pt idx="0">
                <c:v>98</c:v>
              </c:pt>
              <c:pt idx="1">
                <c:v>96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20"/>
          <c:min val="0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C536DD-44B1-4F7B-BA5E-C11D63FD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F35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F35"/>
                </a:solidFill>
              </a:defRPr>
            </a:pPr>
            <a:r>
              <a:rPr sz="3300" b="1">
                <a:solidFill>
                  <a:srgbClr val="173F35"/>
                </a:solidFill>
              </a:rPr>
              <a:t>Legacy and new backend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3A22BD42-91C4-43F4-A998-8891DB6277A6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657225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e3b9bb08d57418a"/>
          </a:graphicData>
        </a:graphic>
      </p:graphicFrame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FE155-1CA5-42EC-BC7F-FE1A8E05B6F2}"/>
              </a:ext>
            </a:extLst>
          </p:cNvPr>
          <p:cNvGraphicFramePr/>
          <p:nvPr/>
        </p:nvGraphicFramePr>
        <p:xfrm>
          <a:off xmlns:a="http://schemas.openxmlformats.org/drawingml/2006/main" x="7620000" y="1524000"/>
          <a:ext xmlns:a="http://schemas.openxmlformats.org/drawingml/2006/main" cx="38100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1905000"/>
              </a:tblGrid>
              <a:tr h="8572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F35"/>
                          </a:solidFill>
                        </a:rPr>
                        <a:t>Class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F35"/>
                          </a:solidFill>
                        </a:rPr>
                        <a:t>Driver</a:t>
                      </a:r>
                    </a:p>
                  </a:txBody>
                  <a:tcPr marL="91440" marR="91440" marT="45720" marB="45720"/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F35"/>
                          </a:solidFill>
                        </a:rPr>
                        <a:t>LDV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F35"/>
                          </a:solidFill>
                        </a:rPr>
                        <a:t>Rounded weights</a:t>
                      </a:r>
                    </a:p>
                  </a:txBody>
                  <a:tcPr marL="91440" marR="91440" marT="45720" marB="45720"/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F35"/>
                          </a:solidFill>
                        </a:rPr>
                        <a:t>MHDV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F35"/>
                          </a:solidFill>
                        </a:rPr>
                        <a:t>Rounded weights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85163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2026-10-13T16:22:07.7310000Z</dcterms:created>
  <dcterms:modified xsi:type="dcterms:W3CDTF">2026-10-13T16:22:07.7310000Z</dcterms:modified>
</coreProperties>
</file>